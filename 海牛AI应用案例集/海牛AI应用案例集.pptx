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1" r:id="rId12"/>
    <p:sldId id="262" r:id="rId13"/>
    <p:sldId id="263" r:id="rId14"/>
    <p:sldId id="264" r:id="rId15"/>
    <p:sldId id="260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1"/>
        <p:guide pos="28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9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本页视频：AI数字员工实际操作录屏（约19秒）——缺货分析 → 滞销分析 → 单品进货建议，点击画面播放。</a:t>
            </a:r>
          </a:p>
          <a:p>
            <a:r>
              <a:t>如需更新视频：替换「味冠/智能经营分析助手录屏.mp4」后重新运行生成脚本。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本页视频：出差申请实际操作录屏（约6分钟）——员工发起申请 → AI主动追问缺失的必填信息 → 员工确认 → 提交成功（申请提交后仍由企业原有系统审批）。点击画面播放。</a:t>
            </a:r>
          </a:p>
          <a:p>
            <a:r>
              <a:t>备注：PPT内嵌压缩版（出差申请-ai客户端-ppt.mp4）；原始高清版 出差申请-ai客户端.mp4 用于HTML案例页。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本页当前为截图占位，待替换为供应商质量准入实际操作录屏。</a:t>
            </a:r>
          </a:p>
          <a:p>
            <a:r>
              <a:t>建议视频内容：上传材料 → AI按准入要求检查 → 发现问题 → 输出待补充清单；封面/结尾画面停在检查结果（待补充清单）页。</a:t>
            </a:r>
          </a:p>
          <a:p>
            <a:r>
              <a:t>拿到录屏后：删除占位图，在同位置（0.86, 1.94, 8.24×4.40）插入视频并配封面帧。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286B"/>
              </a:gs>
              <a:gs pos="100000">
                <a:srgbClr val="3D74E6"/>
              </a:gs>
            </a:gsLst>
            <a:lin ang="19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7863840" y="3566160"/>
            <a:ext cx="3291840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600000">
            <a:off x="8869680" y="4480560"/>
            <a:ext cx="2926080" cy="1828800"/>
          </a:xfrm>
          <a:prstGeom prst="roundRect">
            <a:avLst>
              <a:gd name="adj" fmla="val 12000"/>
            </a:avLst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1080000">
            <a:off x="7406640" y="5760720"/>
            <a:ext cx="2011680" cy="128016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0160000">
            <a:off x="9784080" y="3017520"/>
            <a:ext cx="2377440" cy="155448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0" y="-914400"/>
            <a:ext cx="2651760" cy="265176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395728"/>
            <a:ext cx="5486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8686800" cy="914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海牛AI应用案例集</a:t>
            </a:r>
            <a:endParaRPr sz="4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3744785"/>
            <a:ext cx="7315200" cy="27368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C9D9F7"/>
                </a:solidFill>
                <a:latin typeface="微软雅黑"/>
                <a:ea typeface="微软雅黑"/>
              </a:rPr>
              <a:t>AI数字员工 · </a:t>
            </a:r>
            <a:r>
              <a:rPr lang="en-US" sz="1350" b="0">
                <a:solidFill>
                  <a:srgbClr val="C9D9F7"/>
                </a:solidFill>
                <a:latin typeface="微软雅黑"/>
                <a:ea typeface="微软雅黑"/>
              </a:rPr>
              <a:t>vibe coding </a:t>
            </a:r>
            <a:r>
              <a:rPr sz="1350" b="0">
                <a:solidFill>
                  <a:srgbClr val="C9D9F7"/>
                </a:solidFill>
                <a:latin typeface="微软雅黑"/>
                <a:ea typeface="微软雅黑"/>
              </a:rPr>
              <a:t>业务案例</a:t>
            </a:r>
            <a:endParaRPr sz="1350" b="0">
              <a:solidFill>
                <a:srgbClr val="C9D9F7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6144768"/>
            <a:ext cx="45720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3A9E6"/>
                </a:solidFill>
                <a:latin typeface="微软雅黑"/>
                <a:ea typeface="微软雅黑"/>
              </a:rPr>
              <a:t>2026年10月</a:t>
            </a:r>
            <a:endParaRPr sz="1050" b="0">
              <a:solidFill>
                <a:srgbClr val="93A9E6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75488"/>
            <a:ext cx="548640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82236"/>
                </a:solidFill>
                <a:latin typeface="微软雅黑"/>
                <a:ea typeface="微软雅黑"/>
              </a:rPr>
              <a:t>案例总览</a:t>
            </a:r>
            <a:endParaRPr sz="1700" b="1">
              <a:solidFill>
                <a:srgbClr val="182236"/>
              </a:solidFill>
              <a:latin typeface="微软雅黑"/>
              <a:ea typeface="微软雅黑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5138928" cy="21488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5568" y="1545336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经营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0240" y="1508760"/>
            <a:ext cx="376732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82236"/>
                </a:solidFill>
                <a:latin typeface="微软雅黑"/>
                <a:ea typeface="微软雅黑"/>
              </a:rPr>
              <a:t>AI智能经营分析案例</a:t>
            </a:r>
            <a:endParaRPr sz="1550" b="1">
              <a:solidFill>
                <a:srgbClr val="18223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2020824"/>
            <a:ext cx="376732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食品商贸 · AI数字员工</a:t>
            </a:r>
            <a:endParaRPr sz="1050" b="0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" y="2532888"/>
            <a:ext cx="4553712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快速分析库存和销量，找出缺货、滞销商品，辅助采购决策。</a:t>
            </a:r>
            <a:endParaRPr sz="1050" b="0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7064" y="1234440"/>
            <a:ext cx="5138928" cy="21488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9672" y="1545336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资产</a:t>
            </a:r>
            <a:endParaRPr sz="1300" b="1">
              <a:solidFill>
                <a:srgbClr val="9AA3B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24344" y="1508760"/>
            <a:ext cx="376732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82236"/>
                </a:solidFill>
                <a:latin typeface="微软雅黑"/>
                <a:ea typeface="微软雅黑"/>
              </a:rPr>
              <a:t>AI智能业务办理案例</a:t>
            </a:r>
            <a:endParaRPr sz="1350" b="1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24344" y="2020824"/>
            <a:ext cx="376732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某地方资产管理公司 · AI数字员工</a:t>
            </a:r>
            <a:endParaRPr sz="1050" b="0">
              <a:solidFill>
                <a:srgbClr val="9AA3B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3611880"/>
            <a:ext cx="5138928" cy="21488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15568" y="3922776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制造</a:t>
            </a:r>
            <a:endParaRPr sz="1300" b="1">
              <a:solidFill>
                <a:srgbClr val="9AA3B5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20240" y="3886200"/>
            <a:ext cx="376732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182236"/>
                </a:solidFill>
                <a:latin typeface="微软雅黑"/>
                <a:ea typeface="微软雅黑"/>
              </a:rPr>
              <a:t>AI供应商质量准入案例</a:t>
            </a:r>
            <a:endParaRPr sz="1350" b="1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398264"/>
            <a:ext cx="376732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某大型制造企业 · AI数字员工</a:t>
            </a:r>
            <a:endParaRPr sz="1050" b="0">
              <a:solidFill>
                <a:srgbClr val="9AA3B5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27064" y="3611880"/>
            <a:ext cx="5138928" cy="2148840"/>
          </a:xfrm>
          <a:prstGeom prst="roundRect">
            <a:avLst>
              <a:gd name="adj" fmla="val 7500"/>
            </a:avLst>
          </a:prstGeom>
          <a:solidFill>
            <a:srgbClr val="FBFCFE"/>
          </a:solidFill>
          <a:ln w="12700">
            <a:solidFill>
              <a:srgbClr val="E6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19672" y="3922776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9AA3B5"/>
                </a:solidFill>
                <a:latin typeface="微软雅黑"/>
                <a:ea typeface="微软雅黑"/>
              </a:rPr>
              <a:t>平台</a:t>
            </a:r>
            <a:endParaRPr sz="1300" b="1">
              <a:solidFill>
                <a:srgbClr val="9AA3B5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24344" y="3886200"/>
            <a:ext cx="376732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5B6577"/>
                </a:solidFill>
                <a:latin typeface="微软雅黑"/>
                <a:ea typeface="微软雅黑"/>
              </a:rPr>
              <a:t>AI应用创新平台案例</a:t>
            </a:r>
            <a:endParaRPr sz="1350" b="1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24344" y="4398264"/>
            <a:ext cx="376732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AA3B5"/>
                </a:solidFill>
                <a:latin typeface="微软雅黑"/>
                <a:ea typeface="微软雅黑"/>
              </a:rPr>
              <a:t>某城市商业银行 · vibe coding</a:t>
            </a:r>
            <a:endParaRPr sz="1050" b="0">
              <a:solidFill>
                <a:srgbClr val="9AA3B5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9672" y="2532888"/>
            <a:ext cx="455371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连接企业现有系统，通过对话发起业务申请，减少员工手动填单和操作。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910328"/>
            <a:ext cx="455371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自动识别供应商提交的资料，核对准入要求，帮助业务人员更快发现材料问题。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12080"/>
            <a:ext cx="45537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4BCC9"/>
                </a:solidFill>
                <a:latin typeface="微软雅黑"/>
                <a:ea typeface="微软雅黑"/>
              </a:rPr>
              <a:t>内容整理中…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31089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案例一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577"/>
                </a:solidFill>
                <a:latin typeface="微软雅黑"/>
                <a:ea typeface="微软雅黑"/>
              </a:rPr>
              <a:t>某大型食品商贸企业 · AI智能经营分析案例</a:t>
            </a:r>
            <a:endParaRPr sz="1150" b="0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749808"/>
            <a:ext cx="10543032" cy="10972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77824"/>
            <a:ext cx="1051560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82236"/>
                </a:solidFill>
                <a:latin typeface="微软雅黑"/>
                <a:ea typeface="微软雅黑"/>
              </a:rPr>
              <a:t>从人工查数据，到AI辅助经营分析</a:t>
            </a:r>
            <a:endParaRPr sz="2000" b="1">
              <a:solidFill>
                <a:srgbClr val="182236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某大型食品商贸企业经营多个仓库和众多商品，日常采购、销售和库存数据均记录在进销存系统中。</a:t>
            </a:r>
            <a:endParaRPr sz="1100" b="0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45720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5B6577"/>
                </a:solidFill>
                <a:latin typeface="微软雅黑"/>
                <a:ea typeface="微软雅黑"/>
              </a:rPr>
              <a:t>以前：靠人查、靠人算</a:t>
            </a:r>
            <a:endParaRPr sz="1250" b="1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71032" y="1883664"/>
            <a:ext cx="53949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2153D9"/>
                </a:solidFill>
                <a:latin typeface="微软雅黑"/>
                <a:ea typeface="微软雅黑"/>
              </a:rPr>
              <a:t>现在：AI数字员工帮忙</a:t>
            </a:r>
            <a:endParaRPr sz="1250" b="1">
              <a:solidFill>
                <a:srgbClr val="2153D9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359152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4206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数据分析靠人工</a:t>
            </a:r>
            <a:endParaRPr sz="1200" b="1">
              <a:solidFill>
                <a:srgbClr val="444E5E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3118104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18104"/>
            <a:ext cx="4206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风险发现不及时</a:t>
            </a:r>
            <a:endParaRPr sz="1200" b="1">
              <a:solidFill>
                <a:srgbClr val="444E5E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3877056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877056"/>
            <a:ext cx="4206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进货决策凭经验</a:t>
            </a:r>
            <a:endParaRPr sz="1200" b="1">
              <a:solidFill>
                <a:srgbClr val="444E5E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71032" y="235915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359152"/>
            <a:ext cx="4937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1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直接提问</a:t>
            </a:r>
            <a:endParaRPr sz="1150" b="1">
              <a:solidFill>
                <a:srgbClr val="2153D9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71032" y="295808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2958084"/>
            <a:ext cx="4937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2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自动分析数据</a:t>
            </a:r>
            <a:endParaRPr sz="1150" b="1">
              <a:solidFill>
                <a:srgbClr val="2153D9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71032" y="355701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3557016"/>
            <a:ext cx="4937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3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找出经营问题</a:t>
            </a:r>
            <a:endParaRPr sz="1150" b="1">
              <a:solidFill>
                <a:srgbClr val="2153D9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71032" y="415594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4155948"/>
            <a:ext cx="4937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4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给出处理建议</a:t>
            </a:r>
            <a:endParaRPr sz="1150" b="1">
              <a:solidFill>
                <a:srgbClr val="2153D9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94960" y="3108960"/>
            <a:ext cx="576072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9AA3B5"/>
                </a:solidFill>
                <a:latin typeface="微软雅黑"/>
                <a:ea typeface="微软雅黑"/>
              </a:rPr>
              <a:t>→</a:t>
            </a:r>
            <a:endParaRPr sz="1700" b="1">
              <a:solidFill>
                <a:srgbClr val="9AA3B5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4956048"/>
            <a:ext cx="54864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82236"/>
                </a:solidFill>
                <a:latin typeface="微软雅黑"/>
                <a:ea typeface="微软雅黑"/>
              </a:rPr>
              <a:t>带来的改变</a:t>
            </a:r>
            <a:endParaRPr sz="1250" b="1">
              <a:solidFill>
                <a:srgbClr val="182236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2960" y="5408930"/>
            <a:ext cx="3392170" cy="5270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" y="5545836"/>
            <a:ext cx="2953512" cy="2647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1300" b="1">
                <a:solidFill>
                  <a:srgbClr val="2153D9"/>
                </a:solidFill>
                <a:latin typeface="微软雅黑"/>
                <a:ea typeface="微软雅黑"/>
              </a:rPr>
              <a:t>减少人工统计</a:t>
            </a:r>
            <a:r>
              <a:rPr lang="zh-CN" sz="1300" b="1">
                <a:solidFill>
                  <a:srgbClr val="2153D9"/>
                </a:solidFill>
                <a:latin typeface="微软雅黑"/>
                <a:ea typeface="微软雅黑"/>
              </a:rPr>
              <a:t>工作</a:t>
            </a:r>
            <a:endParaRPr lang="zh-CN" sz="1300" b="1">
              <a:solidFill>
                <a:srgbClr val="2153D9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98010" y="5408930"/>
            <a:ext cx="3392170" cy="5270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545836"/>
            <a:ext cx="2953512" cy="2647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153D9"/>
                </a:solidFill>
                <a:latin typeface="微软雅黑"/>
                <a:ea typeface="微软雅黑"/>
              </a:rPr>
              <a:t>更</a:t>
            </a:r>
            <a:r>
              <a:rPr lang="zh-CN" sz="1300" b="1">
                <a:solidFill>
                  <a:srgbClr val="2153D9"/>
                </a:solidFill>
                <a:latin typeface="微软雅黑"/>
                <a:ea typeface="微软雅黑"/>
              </a:rPr>
              <a:t>快发现缺货、滞销</a:t>
            </a:r>
            <a:r>
              <a:rPr lang="zh-CN" sz="1300" b="1">
                <a:solidFill>
                  <a:srgbClr val="2153D9"/>
                </a:solidFill>
                <a:latin typeface="微软雅黑"/>
                <a:ea typeface="微软雅黑"/>
              </a:rPr>
              <a:t>问题</a:t>
            </a:r>
            <a:endParaRPr lang="zh-CN" sz="1300" b="1">
              <a:solidFill>
                <a:srgbClr val="2153D9"/>
              </a:solidFill>
              <a:latin typeface="微软雅黑"/>
              <a:ea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973695" y="5408930"/>
            <a:ext cx="3392170" cy="5270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4" y="5545836"/>
            <a:ext cx="2953512" cy="2647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1300" b="1">
                <a:solidFill>
                  <a:srgbClr val="2153D9"/>
                </a:solidFill>
                <a:latin typeface="微软雅黑"/>
                <a:ea typeface="微软雅黑"/>
              </a:rPr>
              <a:t>快速找到需要补货的</a:t>
            </a:r>
            <a:r>
              <a:rPr lang="zh-CN" sz="1300" b="1">
                <a:solidFill>
                  <a:srgbClr val="2153D9"/>
                </a:solidFill>
                <a:latin typeface="微软雅黑"/>
                <a:ea typeface="微软雅黑"/>
              </a:rPr>
              <a:t>商品</a:t>
            </a:r>
            <a:endParaRPr lang="zh-CN" sz="1300" b="1">
              <a:solidFill>
                <a:srgbClr val="2153D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31089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案例一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577"/>
                </a:solidFill>
                <a:latin typeface="微软雅黑"/>
                <a:ea typeface="微软雅黑"/>
              </a:rPr>
              <a:t>某大型食品商贸企业 · AI智能经营分析案例</a:t>
            </a:r>
            <a:endParaRPr sz="1150" b="0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749808"/>
            <a:ext cx="10543032" cy="10972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77824"/>
            <a:ext cx="1051560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82236"/>
                </a:solidFill>
                <a:latin typeface="微软雅黑"/>
                <a:ea typeface="微软雅黑"/>
              </a:rPr>
              <a:t>一句话查询，快速找出需要关注的缺货商品</a:t>
            </a:r>
            <a:endParaRPr sz="1900" b="1">
              <a:solidFill>
                <a:srgbClr val="182236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4672" y="1554480"/>
            <a:ext cx="7534656" cy="38953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45378"/>
            <a:ext cx="7498079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AI数字员工结合库存和销量，找到缺货商品，并提示优先关注的对象。</a:t>
            </a:r>
            <a:endParaRPr sz="1000" b="0">
              <a:solidFill>
                <a:srgbClr val="5B6577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595360" y="2715768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2715768"/>
            <a:ext cx="246888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①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发起查询</a:t>
            </a:r>
            <a:endParaRPr sz="1150" b="0">
              <a:solidFill>
                <a:srgbClr val="182236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95360" y="3346704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3346704"/>
            <a:ext cx="246888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②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查看缺货明细</a:t>
            </a:r>
            <a:endParaRPr sz="1150" b="0">
              <a:solidFill>
                <a:srgbClr val="182236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595360" y="3977639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3977639"/>
            <a:ext cx="246888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③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获取建议</a:t>
            </a:r>
            <a:endParaRPr sz="1150" b="0">
              <a:solidFill>
                <a:srgbClr val="182236"/>
              </a:solidFill>
              <a:latin typeface="微软雅黑"/>
              <a:ea typeface="微软雅黑"/>
            </a:endParaRPr>
          </a:p>
        </p:txBody>
      </p:sp>
      <p:pic>
        <p:nvPicPr>
          <p:cNvPr id="15" name="智能经营分析助手录屏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86130" y="1577340"/>
            <a:ext cx="7534910" cy="4051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31089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案例二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"/>
            <a:ext cx="82296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577"/>
                </a:solidFill>
                <a:latin typeface="微软雅黑"/>
                <a:ea typeface="微软雅黑"/>
              </a:rPr>
              <a:t>某地方资产管理公司 · AI智能业务办理案例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49808"/>
            <a:ext cx="10543032" cy="10972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77824"/>
            <a:ext cx="1051560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82236"/>
                </a:solidFill>
                <a:latin typeface="微软雅黑"/>
                <a:ea typeface="微软雅黑"/>
              </a:rPr>
              <a:t>从手动填单，到AI数字员工帮忙办事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某地方资产管理公司日常办公涉及出差申请等事项，员工需要通过企业现有系统填写申请，并按原有流程审批。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4572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5B6577"/>
                </a:solidFill>
                <a:latin typeface="微软雅黑"/>
                <a:ea typeface="微软雅黑"/>
              </a:rPr>
              <a:t>以前：员工自己操作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2" y="1883664"/>
            <a:ext cx="53949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2153D9"/>
                </a:solidFill>
                <a:latin typeface="微软雅黑"/>
                <a:ea typeface="微软雅黑"/>
              </a:rPr>
              <a:t>现在：AI数字员工帮忙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59152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42062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办事要找系统入口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18104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18104"/>
            <a:ext cx="42062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申请信息要逐项填写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77056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877056"/>
            <a:ext cx="42062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缺少信息还得反复补填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71032" y="235915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359152"/>
            <a:ext cx="4937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1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直接说需求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1032" y="295808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2958084"/>
            <a:ext cx="4937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2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检查并补全信息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71032" y="355701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3557016"/>
            <a:ext cx="4937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3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连接业务系统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71032" y="415594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4155948"/>
            <a:ext cx="4937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4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反馈提交结果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108960"/>
            <a:ext cx="576072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9AA3B5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56048"/>
            <a:ext cx="54864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82236"/>
                </a:solidFill>
                <a:latin typeface="微软雅黑"/>
                <a:ea typeface="微软雅黑"/>
              </a:rPr>
              <a:t>带来的改变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13248"/>
            <a:ext cx="3392424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" y="5413248"/>
            <a:ext cx="2953512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153D9"/>
                </a:solidFill>
                <a:latin typeface="微软雅黑"/>
                <a:ea typeface="微软雅黑"/>
              </a:rPr>
              <a:t>不用自己找申请入口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8264" y="5413248"/>
            <a:ext cx="3392424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5413248"/>
            <a:ext cx="2953512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153D9"/>
                </a:solidFill>
                <a:latin typeface="微软雅黑"/>
                <a:ea typeface="微软雅黑"/>
              </a:rPr>
              <a:t>不用自己逐项填表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5413248"/>
            <a:ext cx="3392424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5413248"/>
            <a:ext cx="2953512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153D9"/>
                </a:solidFill>
                <a:latin typeface="微软雅黑"/>
                <a:ea typeface="微软雅黑"/>
              </a:rPr>
              <a:t>说出需求就能发起申请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31089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案例二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"/>
            <a:ext cx="82296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577"/>
                </a:solidFill>
                <a:latin typeface="微软雅黑"/>
                <a:ea typeface="微软雅黑"/>
              </a:rPr>
              <a:t>某地方资产管理公司 · AI智能业务办理案例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49808"/>
            <a:ext cx="10543032" cy="10972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77824"/>
            <a:ext cx="1051560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82236"/>
                </a:solidFill>
                <a:latin typeface="微软雅黑"/>
                <a:ea typeface="微软雅黑"/>
              </a:rPr>
              <a:t>说一句话，就能发起出差申请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AI数字员工主动补齐必填信息，员工确认后，将申请提交到企业原有系统。</a:t>
            </a:r>
          </a:p>
        </p:txBody>
      </p:sp>
      <p:pic>
        <p:nvPicPr>
          <p:cNvPr id="7" name="出差申请-ai客户端-pp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6384" y="1773936"/>
            <a:ext cx="7534656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943600"/>
            <a:ext cx="75346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申请提交后，仍由企业原有业务系统完成审批。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395728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2395728"/>
            <a:ext cx="246888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①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发起申请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26664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3026664"/>
            <a:ext cx="246888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②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AI主动追问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657600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3657600"/>
            <a:ext cx="246888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③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确认信息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288536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4288536"/>
            <a:ext cx="246888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④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提交成功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31089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案例三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"/>
            <a:ext cx="82296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577"/>
                </a:solidFill>
                <a:latin typeface="微软雅黑"/>
                <a:ea typeface="微软雅黑"/>
              </a:rPr>
              <a:t>某大型制造企业 · AI供应商质量准入案例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49808"/>
            <a:ext cx="10543032" cy="10972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77824"/>
            <a:ext cx="1051560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82236"/>
                </a:solidFill>
                <a:latin typeface="微软雅黑"/>
                <a:ea typeface="微软雅黑"/>
              </a:rPr>
              <a:t>从人工逐份核对，到AI辅助审核供应商资料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某大型制造企业在引入新供应商时，需要收集企业资质、质量管理等材料，由工作人员按照准入要求进行检查。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4572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5B6577"/>
                </a:solidFill>
                <a:latin typeface="微软雅黑"/>
                <a:ea typeface="微软雅黑"/>
              </a:rPr>
              <a:t>以前：靠人工逐项核对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2" y="1883664"/>
            <a:ext cx="53949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2153D9"/>
                </a:solidFill>
                <a:latin typeface="微软雅黑"/>
                <a:ea typeface="微软雅黑"/>
              </a:rPr>
              <a:t>现在：AI数字员工帮忙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59152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59152"/>
            <a:ext cx="42062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材料多，查看费时间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18104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18104"/>
            <a:ext cx="42062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要求多，核对易遗漏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77056"/>
            <a:ext cx="4572000" cy="621792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877056"/>
            <a:ext cx="42062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44E5E"/>
                </a:solidFill>
                <a:latin typeface="微软雅黑"/>
                <a:ea typeface="微软雅黑"/>
              </a:rPr>
              <a:t>有问题，还得反复补充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71032" y="235915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359152"/>
            <a:ext cx="4937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1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提交供应商资料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1032" y="295808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2958084"/>
            <a:ext cx="4937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2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识别材料信息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71032" y="355701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3557016"/>
            <a:ext cx="4937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3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核对准入要求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71032" y="415594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4155948"/>
            <a:ext cx="493776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4   </a:t>
            </a: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整理审核结果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108960"/>
            <a:ext cx="576072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9AA3B5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56048"/>
            <a:ext cx="54864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82236"/>
                </a:solidFill>
                <a:latin typeface="微软雅黑"/>
                <a:ea typeface="微软雅黑"/>
              </a:rPr>
              <a:t>带来的改变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13248"/>
            <a:ext cx="3392424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" y="5413248"/>
            <a:ext cx="2953512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153D9"/>
                </a:solidFill>
                <a:latin typeface="微软雅黑"/>
                <a:ea typeface="微软雅黑"/>
              </a:rPr>
              <a:t>减少人工翻阅材料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8264" y="5413248"/>
            <a:ext cx="3392424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5413248"/>
            <a:ext cx="2953512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153D9"/>
                </a:solidFill>
                <a:latin typeface="微软雅黑"/>
                <a:ea typeface="微软雅黑"/>
              </a:rPr>
              <a:t>更快找出材料问题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5413248"/>
            <a:ext cx="3392424" cy="5303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5413248"/>
            <a:ext cx="2953512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153D9"/>
                </a:solidFill>
                <a:latin typeface="微软雅黑"/>
                <a:ea typeface="微软雅黑"/>
              </a:rPr>
              <a:t>直接列出待补充清单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31089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15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案例三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"/>
            <a:ext cx="82296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577"/>
                </a:solidFill>
                <a:latin typeface="微软雅黑"/>
                <a:ea typeface="微软雅黑"/>
              </a:rPr>
              <a:t>某大型制造企业 · AI供应商质量准入案例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49808"/>
            <a:ext cx="10543032" cy="10972"/>
          </a:xfrm>
          <a:prstGeom prst="rect">
            <a:avLst/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77824"/>
            <a:ext cx="1051560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82236"/>
                </a:solidFill>
                <a:latin typeface="微软雅黑"/>
                <a:ea typeface="微软雅黑"/>
              </a:rPr>
              <a:t>上传供应商资料，快速找出需要补充的问题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AI数字员工对照企业准入要求检查供应商材料，提示缺漏和异常，并整理待补充、待核实的问题。</a:t>
            </a:r>
          </a:p>
        </p:txBody>
      </p:sp>
      <p:pic>
        <p:nvPicPr>
          <p:cNvPr id="7" name="Picture 6" descr="placeholder_daj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773936"/>
            <a:ext cx="7534656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943600"/>
            <a:ext cx="75346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检查结果供工作人员参考，准入审核仍由人工确认。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715768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2715768"/>
            <a:ext cx="246888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①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上传供应商材料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346704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3346704"/>
            <a:ext cx="246888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②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AI对照要求检查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977639"/>
            <a:ext cx="2770632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3977639"/>
            <a:ext cx="246888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153D9"/>
                </a:solidFill>
                <a:latin typeface="微软雅黑"/>
                <a:ea typeface="微软雅黑"/>
              </a:rPr>
              <a:t>③  </a:t>
            </a:r>
            <a:r>
              <a:rPr sz="1150" b="0">
                <a:solidFill>
                  <a:srgbClr val="182236"/>
                </a:solidFill>
                <a:latin typeface="微软雅黑"/>
                <a:ea typeface="微软雅黑"/>
              </a:rPr>
              <a:t>查看问题清单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286B"/>
              </a:gs>
              <a:gs pos="100000">
                <a:srgbClr val="3D74E6"/>
              </a:gs>
            </a:gsLst>
            <a:lin ang="19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7863840" y="3566160"/>
            <a:ext cx="3291840" cy="210312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600000">
            <a:off x="8869680" y="4480560"/>
            <a:ext cx="2926080" cy="1828800"/>
          </a:xfrm>
          <a:prstGeom prst="roundRect">
            <a:avLst>
              <a:gd name="adj" fmla="val 12000"/>
            </a:avLst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1080000">
            <a:off x="7406640" y="5760720"/>
            <a:ext cx="2011680" cy="128016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0160000">
            <a:off x="9784080" y="3017520"/>
            <a:ext cx="2377440" cy="155448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0" y="-914400"/>
            <a:ext cx="2651760" cy="265176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24728" y="2395728"/>
            <a:ext cx="5486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33472"/>
            <a:ext cx="9445752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  <a:endParaRPr sz="3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6144768"/>
            <a:ext cx="944575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3A9E6"/>
                </a:solidFill>
                <a:latin typeface="微软雅黑"/>
                <a:ea typeface="微软雅黑"/>
              </a:rPr>
              <a:t>海牛AI应用案例集</a:t>
            </a:r>
            <a:endParaRPr sz="950" b="0">
              <a:solidFill>
                <a:srgbClr val="93A9E6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WPS 表格</Application>
  <PresentationFormat>On-screen Show (4:3)</PresentationFormat>
  <Paragraphs>94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海牛AI应用案例集</dc:title>
  <dc:creator/>
  <dc:description>generated using python-pptx</dc:description>
  <cp:lastModifiedBy>韓</cp:lastModifiedBy>
  <cp:revision>3</cp:revision>
  <dcterms:created xsi:type="dcterms:W3CDTF">2026-10-27T08:08:32Z</dcterms:created>
  <dcterms:modified xsi:type="dcterms:W3CDTF">2026-10-27T08:08:32Z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700A19EEB7FF4BA5285AE06A25434CEC_42</vt:lpwstr>
  </property>
  <property fmtid="{D5CDD505-2E9C-101B-9397-08002B2CF9AE}" pid="3" name="KSOProductBuildVer">
    <vt:lpwstr>2052-6.2.2.8394</vt:lpwstr>
  </property>
</Properties>
</file>